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4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764C5-B4A9-07A9-E3C5-D2C593FA5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80FAB7-0892-E1D0-21BF-BA963EC0D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5308AD-F8E7-967E-0E46-9F8B3D50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7A54-9544-4284-B2D2-36E7E7935EE0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256AD5-3A70-3140-3C79-8A642724E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5F073A-F4AB-C9E6-20E3-9FEC74485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EE0C7-1520-4C24-92E5-2105A1D5B1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818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5523FE-85AF-0246-A7F8-F9B7D79A4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C26871-E390-9332-5EC6-D09DB87C4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D92493-C35D-6926-AA15-94D739B0F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7A54-9544-4284-B2D2-36E7E7935EE0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86D8F2-FDF5-BA2C-A457-BF70BCC6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A034D4-797E-9A48-CA60-ABE148BE2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EE0C7-1520-4C24-92E5-2105A1D5B1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8963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F019C-359D-7B35-9F86-04ADEC17E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0CE8D13-0E13-524A-473A-1F86351D9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682A87-6AA4-B73E-B18D-74DAE288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7A54-9544-4284-B2D2-36E7E7935EE0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62942C-B91D-1C00-DA86-E31C961BE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0E13B8-1420-C350-FD86-17F72FDFC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EE0C7-1520-4C24-92E5-2105A1D5B1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527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0A9C1-A5E3-9687-B83F-C466EBD1A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A88DF1-24B5-93A9-FF34-095B327BC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B3AABD-1056-BCD5-181D-79B90617A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3CBC892-B68D-C73D-6857-7C2772D01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7A54-9544-4284-B2D2-36E7E7935EE0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795556-A214-B070-5E64-28335F302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7367D4-2227-9D01-4C67-1075218EC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EE0C7-1520-4C24-92E5-2105A1D5B1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3082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CD65D-6840-9317-85C1-9B19D8BFD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6AF7F5-A379-5AD7-6FD1-4EC9D2B6D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0D8DC3C-F561-C7A8-7BC1-28CE9C55A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606A47D-1BC0-58F5-1120-61C06BE81E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049C87E-F68E-CD5E-A51B-CC73D22B11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3E578E6-3A9E-A446-4CB5-0022E1499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7A54-9544-4284-B2D2-36E7E7935EE0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F94B437-FFE9-FF5D-0D53-067D0F6E5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9859987-1EBA-4B4E-2716-5B8A11877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EE0C7-1520-4C24-92E5-2105A1D5B1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0584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217C1-9F20-00AA-73A4-BDC5B09C9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50E72FC-6A27-6DC3-FFD4-430FED81A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7A54-9544-4284-B2D2-36E7E7935EE0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7ABF614-FA29-26F0-E169-99A3B704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596996-F8FC-9050-747A-6AE644FCA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EE0C7-1520-4C24-92E5-2105A1D5B1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4848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493E944-C951-315F-464C-DB167B5BF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7A54-9544-4284-B2D2-36E7E7935EE0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7994B32-B67F-995D-7A41-49B0C2374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F5DB6A-D24F-4393-2970-863F88A40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EE0C7-1520-4C24-92E5-2105A1D5B1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312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72E32-C6B4-024B-88DD-7430EA6B3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6FD037-E8C6-5316-AD0A-54F67C7A9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D1B9938-465E-46E6-E97D-4DF2545B3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D5FDBE-FCF0-F370-6599-5741783F6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7A54-9544-4284-B2D2-36E7E7935EE0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3764F9-54B1-350D-35CE-4F26146E3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E94057-D72E-54E1-473C-AA01272F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EE0C7-1520-4C24-92E5-2105A1D5B1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200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335E9-BC1A-D4F3-7171-EF5F08D48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A057038-594E-2C85-4598-7E389387EE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CE89522-C583-83D7-2F81-7F1F8656E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6DA353-58A9-3B1F-9DF3-298B7764E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7A54-9544-4284-B2D2-36E7E7935EE0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D81528-27E8-7181-8EB1-44342C2AF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AD2C18-D73B-ED9B-944C-23E3C3622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EE0C7-1520-4C24-92E5-2105A1D5B1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178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F1F72-F923-15C8-4630-1D53B0C88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D8CA608-58F4-1EAB-1954-5AB566593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C898EF-9CAD-84FB-6E49-E64345EDA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7A54-9544-4284-B2D2-36E7E7935EE0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6A6D3A-51F1-38A9-7BAD-75155E82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ADEA80-194D-D2BD-D5D1-213282671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EE0C7-1520-4C24-92E5-2105A1D5B1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0811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EF16A-77EC-A83B-14BD-BA6B766B6B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E0B397A-B4A7-A82B-7802-FC758D573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2E0706-2222-67AB-46DE-DACF6DF79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7A54-9544-4284-B2D2-36E7E7935EE0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079D07-A7C7-601F-A471-1D76F8007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BAE8D0-EE75-7315-992F-5510CB791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EE0C7-1520-4C24-92E5-2105A1D5B1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4179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C768B3A-AB34-80F2-CE5D-FEB65B6E3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868121-D5BE-8BE5-DE79-A33451E6E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7C98C6-7FAF-8C8E-A255-AD43CC6315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1A7A54-9544-4284-B2D2-36E7E7935EE0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0C78CD-2218-584E-AF6E-4E9BA8F85F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79EDE6-A31E-789E-543C-F42FF4BBB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FEE0C7-1520-4C24-92E5-2105A1D5B1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30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F614C-7B0F-A02D-A85C-83787461E9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Estudo de caso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A0FDCE-81C9-671B-5250-2003A2C384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Juarez Oliveira</a:t>
            </a:r>
          </a:p>
        </p:txBody>
      </p:sp>
    </p:spTree>
    <p:extLst>
      <p:ext uri="{BB962C8B-B14F-4D97-AF65-F5344CB8AC3E}">
        <p14:creationId xmlns:p14="http://schemas.microsoft.com/office/powerpoint/2010/main" val="234540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14A7E3-91F9-AA5D-969E-5751C1540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D442BE-D6D4-D12C-CBA6-520EF0823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Nem todas as ofertas satisfazem todos os clientes e nem todos os clientes querem todas as ofertas;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  <a:p>
            <a:r>
              <a:rPr lang="pt-BR" b="1" dirty="0"/>
              <a:t>Três questionamentos</a:t>
            </a:r>
            <a:r>
              <a:rPr lang="pt-BR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600" dirty="0"/>
              <a:t>Qual o perfil de cliente que consome mais ofertas?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600" dirty="0"/>
              <a:t>Qual tipo de oferta tem mais sucesso?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600" dirty="0"/>
              <a:t>É possível direcionar uma oferta específica a um cliente com maior probabilidade de consumi-la?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Vamos utilizar dois modelos de </a:t>
            </a:r>
            <a:r>
              <a:rPr lang="pt-BR" b="1" dirty="0"/>
              <a:t>IA (</a:t>
            </a:r>
            <a:r>
              <a:rPr lang="pt-BR" b="1" i="1" dirty="0"/>
              <a:t>machine learning</a:t>
            </a:r>
            <a:r>
              <a:rPr lang="pt-BR" b="1" dirty="0"/>
              <a:t>)</a:t>
            </a:r>
            <a:r>
              <a:rPr lang="pt-BR" dirty="0"/>
              <a:t> em uma base de dados reais para encontrar padrões e responder os questionamentos anteriores</a:t>
            </a:r>
          </a:p>
        </p:txBody>
      </p:sp>
    </p:spTree>
    <p:extLst>
      <p:ext uri="{BB962C8B-B14F-4D97-AF65-F5344CB8AC3E}">
        <p14:creationId xmlns:p14="http://schemas.microsoft.com/office/powerpoint/2010/main" val="3333586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3C21C46-216E-A9E6-B763-EA34CC0DDE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584" y="375825"/>
            <a:ext cx="5862364" cy="28996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DA457E-E16E-5FC8-4343-FA6F84C11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clientes e as ofertas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5DE2247-C6AD-5362-E411-D1C510641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584" y="3766376"/>
            <a:ext cx="5862364" cy="2899600"/>
          </a:xfrm>
          <a:prstGeom prst="rect">
            <a:avLst/>
          </a:prstGeom>
        </p:spPr>
      </p:pic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39FEF6BF-EC19-6045-8134-3E14BE9E5CE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Clientes com mais sucesso:</a:t>
            </a:r>
          </a:p>
          <a:p>
            <a:pPr lvl="1"/>
            <a:r>
              <a:rPr lang="pt-BR" dirty="0"/>
              <a:t>Mulheres</a:t>
            </a:r>
          </a:p>
          <a:p>
            <a:pPr lvl="1"/>
            <a:r>
              <a:rPr lang="pt-BR" dirty="0"/>
              <a:t>Maior limite de crédito</a:t>
            </a:r>
          </a:p>
          <a:p>
            <a:pPr lvl="1"/>
            <a:r>
              <a:rPr lang="pt-BR" dirty="0"/>
              <a:t>Idade ligeiramente mais avançada</a:t>
            </a:r>
          </a:p>
          <a:p>
            <a:pPr lvl="1"/>
            <a:r>
              <a:rPr lang="pt-BR" dirty="0"/>
              <a:t>Maior gasto com pedidos</a:t>
            </a:r>
          </a:p>
          <a:p>
            <a:pPr marL="457200" lvl="1" indent="0">
              <a:buNone/>
            </a:pPr>
            <a:endParaRPr lang="pt-BR" dirty="0"/>
          </a:p>
          <a:p>
            <a:r>
              <a:rPr lang="pt-BR" dirty="0"/>
              <a:t>Ofertas com mais sucesso:</a:t>
            </a:r>
          </a:p>
          <a:p>
            <a:pPr lvl="1"/>
            <a:r>
              <a:rPr lang="pt-BR" dirty="0"/>
              <a:t>Ofertas de desconto</a:t>
            </a:r>
          </a:p>
          <a:p>
            <a:pPr lvl="1"/>
            <a:r>
              <a:rPr lang="pt-BR" dirty="0"/>
              <a:t>Com valor mínimo de R$7</a:t>
            </a:r>
          </a:p>
          <a:p>
            <a:pPr lvl="1"/>
            <a:r>
              <a:rPr lang="pt-BR" dirty="0"/>
              <a:t>Utilizam todos os canais de comunicação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BAE1A2B-39B5-791B-C56A-80DDAE2ED209}"/>
              </a:ext>
            </a:extLst>
          </p:cNvPr>
          <p:cNvCxnSpPr>
            <a:cxnSpLocks/>
          </p:cNvCxnSpPr>
          <p:nvPr/>
        </p:nvCxnSpPr>
        <p:spPr>
          <a:xfrm>
            <a:off x="7388352" y="3520440"/>
            <a:ext cx="3968496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735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0E2BA7-06C9-0C3A-BCB7-9F1DB2A56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Conectando cliente e oferta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43DAA538-0011-EA88-4CC4-D667E64B606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3581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Construção de uma IA que conecta cliente e oferta para aumentar o sucesso e evitar envios desnecessários;</a:t>
            </a:r>
          </a:p>
          <a:p>
            <a:endParaRPr lang="pt-BR" dirty="0"/>
          </a:p>
          <a:p>
            <a:r>
              <a:rPr lang="pt-BR" dirty="0"/>
              <a:t>O número de </a:t>
            </a:r>
            <a:r>
              <a:rPr lang="pt-BR" b="1" dirty="0"/>
              <a:t>ofertas bem-sucedidas </a:t>
            </a:r>
            <a:r>
              <a:rPr lang="pt-BR" dirty="0"/>
              <a:t>pode </a:t>
            </a:r>
            <a:r>
              <a:rPr lang="pt-BR" b="1" dirty="0"/>
              <a:t>aumentar em 23%</a:t>
            </a:r>
            <a:r>
              <a:rPr lang="pt-BR" dirty="0"/>
              <a:t>;</a:t>
            </a:r>
          </a:p>
          <a:p>
            <a:pPr marL="457200" lvl="1" indent="0">
              <a:buNone/>
            </a:pP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4209456-B24C-AA13-2CD1-E0908D418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96" t="17867" r="10981" b="7067"/>
          <a:stretch>
            <a:fillRect/>
          </a:stretch>
        </p:blipFill>
        <p:spPr>
          <a:xfrm>
            <a:off x="7702634" y="1665002"/>
            <a:ext cx="2672419" cy="467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721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54ACD7F-511F-26C9-8F2E-6148B43AAA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Obrigado!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E8F8EDDD-C43A-CF46-A42C-CDA529D034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Perguntas, dúvidas ou comentários?</a:t>
            </a:r>
          </a:p>
        </p:txBody>
      </p:sp>
    </p:spTree>
    <p:extLst>
      <p:ext uri="{BB962C8B-B14F-4D97-AF65-F5344CB8AC3E}">
        <p14:creationId xmlns:p14="http://schemas.microsoft.com/office/powerpoint/2010/main" val="40518028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170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Estudo de caso</vt:lpstr>
      <vt:lpstr>O problema</vt:lpstr>
      <vt:lpstr>Os clientes e as ofertas</vt:lpstr>
      <vt:lpstr>Conectando cliente e oferta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Juarez Ventura de Oliveira</dc:creator>
  <cp:lastModifiedBy>Juarez Ventura de Oliveira</cp:lastModifiedBy>
  <cp:revision>3</cp:revision>
  <dcterms:created xsi:type="dcterms:W3CDTF">2026-05-20T17:51:52Z</dcterms:created>
  <dcterms:modified xsi:type="dcterms:W3CDTF">2026-05-20T19:49:52Z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2726d3b-6796-48f5-a53d-57abbe9f0891_Enabled">
    <vt:lpwstr>true</vt:lpwstr>
  </property>
  <property fmtid="{D5CDD505-2E9C-101B-9397-08002B2CF9AE}" pid="3" name="MSIP_Label_d2726d3b-6796-48f5-a53d-57abbe9f0891_SetDate">
    <vt:lpwstr>2026-05-20T18:13:25Z</vt:lpwstr>
  </property>
  <property fmtid="{D5CDD505-2E9C-101B-9397-08002B2CF9AE}" pid="4" name="MSIP_Label_d2726d3b-6796-48f5-a53d-57abbe9f0891_Method">
    <vt:lpwstr>Standard</vt:lpwstr>
  </property>
  <property fmtid="{D5CDD505-2E9C-101B-9397-08002B2CF9AE}" pid="5" name="MSIP_Label_d2726d3b-6796-48f5-a53d-57abbe9f0891_Name">
    <vt:lpwstr>Unclassified</vt:lpwstr>
  </property>
  <property fmtid="{D5CDD505-2E9C-101B-9397-08002B2CF9AE}" pid="6" name="MSIP_Label_d2726d3b-6796-48f5-a53d-57abbe9f0891_SiteId">
    <vt:lpwstr>4fc2f3aa-31c4-4dcb-b719-c6c16393e9d3</vt:lpwstr>
  </property>
  <property fmtid="{D5CDD505-2E9C-101B-9397-08002B2CF9AE}" pid="7" name="MSIP_Label_d2726d3b-6796-48f5-a53d-57abbe9f0891_ActionId">
    <vt:lpwstr>ef0a28e9-da97-4e11-93ee-43a90436b340</vt:lpwstr>
  </property>
  <property fmtid="{D5CDD505-2E9C-101B-9397-08002B2CF9AE}" pid="8" name="MSIP_Label_d2726d3b-6796-48f5-a53d-57abbe9f0891_ContentBits">
    <vt:lpwstr>0</vt:lpwstr>
  </property>
  <property fmtid="{D5CDD505-2E9C-101B-9397-08002B2CF9AE}" pid="9" name="MSIP_Label_d2726d3b-6796-48f5-a53d-57abbe9f0891_Tag">
    <vt:lpwstr>10, 3, 0, 1</vt:lpwstr>
  </property>
</Properties>
</file>